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7e73fb45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7e73fb45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8028828b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8028828b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7e73fb45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7e73fb45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7e73fb45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7e73fb45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7e73fb45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7e73fb45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8028828b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8028828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8028828b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8028828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8028828b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8028828b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8028828b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8028828b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8028828b4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8028828b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8028828b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8028828b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8028828b4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8028828b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8028828b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8028828b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8028828b4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8028828b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8028828b4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8028828b4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8028828b4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8028828b4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8028828b4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8028828b4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8028828b4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48028828b4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8028828b4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8028828b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8028828b4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8028828b4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8028828b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8028828b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Auguroid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Marco Salazar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Downloads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future installs be predicted?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Google Play Data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Linear Model vs Logistic Classifier vs DNN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SoftMax vs Pure Numbers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90250" y="488250"/>
            <a:ext cx="7411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Play 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Messy Dataset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 Name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Category              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Rating                      - Number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Reviews - Number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Disk size of the app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Installs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Arial"/>
              <a:buAutoNum type="arabicPeriod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 (Paid or Free)  - String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 startAt="8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Price                     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 startAt="8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Content Rating     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 startAt="8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Genres                 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 startAt="8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Last Update         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eriod" startAt="8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Current Version       - String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Arial"/>
              <a:buAutoNum type="arabicPeriod" startAt="8"/>
            </a:pP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Android Version       - String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98250" y="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Reformatting</a:t>
            </a:r>
            <a:endParaRPr sz="4800"/>
          </a:p>
        </p:txBody>
      </p:sp>
      <p:sp>
        <p:nvSpPr>
          <p:cNvPr id="92" name="Google Shape;92;p17"/>
          <p:cNvSpPr txBox="1"/>
          <p:nvPr>
            <p:ph idx="4294967295" type="body"/>
          </p:nvPr>
        </p:nvSpPr>
        <p:spPr>
          <a:xfrm>
            <a:off x="311700" y="1152475"/>
            <a:ext cx="8520600" cy="15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Useless: Application Name, current version, genres, and last update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Size had ‘M’ and ‘k’,    Price had ‘$’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Dataset was not Clean!!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0" y="2706175"/>
            <a:ext cx="3747372" cy="2132525"/>
          </a:xfrm>
          <a:prstGeom prst="rect">
            <a:avLst/>
          </a:prstGeom>
          <a:noFill/>
          <a:ln>
            <a:noFill/>
          </a:ln>
          <a:effectLst>
            <a:outerShdw blurRad="371475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172" y="2706175"/>
            <a:ext cx="2985535" cy="2132525"/>
          </a:xfrm>
          <a:prstGeom prst="rect">
            <a:avLst/>
          </a:prstGeom>
          <a:noFill/>
          <a:ln>
            <a:noFill/>
          </a:ln>
          <a:effectLst>
            <a:outerShdw blurRad="357188" rotWithShape="0" algn="bl" dir="5400000" dist="95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25" y="470275"/>
            <a:ext cx="4086875" cy="28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525" y="470275"/>
            <a:ext cx="4177016" cy="287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520425" y="3564900"/>
            <a:ext cx="39444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Average of 4.2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More positive than expected</a:t>
            </a:r>
            <a:endParaRPr sz="1800"/>
          </a:p>
        </p:txBody>
      </p:sp>
      <p:sp>
        <p:nvSpPr>
          <p:cNvPr id="102" name="Google Shape;102;p18"/>
          <p:cNvSpPr txBox="1"/>
          <p:nvPr/>
        </p:nvSpPr>
        <p:spPr>
          <a:xfrm>
            <a:off x="5178200" y="3486825"/>
            <a:ext cx="35910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Tall point is just the median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Needed log scale to resize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500" y="382825"/>
            <a:ext cx="4087750" cy="292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25" y="433675"/>
            <a:ext cx="4037525" cy="28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572475" y="3538875"/>
            <a:ext cx="79797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Very uneven scale that mostly needed log scaling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75" y="331392"/>
            <a:ext cx="4343825" cy="2964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600" y="331400"/>
            <a:ext cx="4281379" cy="296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607200" y="3582225"/>
            <a:ext cx="39648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10:1 Free apps to Paid</a:t>
            </a:r>
            <a:endParaRPr sz="1800"/>
          </a:p>
        </p:txBody>
      </p:sp>
      <p:sp>
        <p:nvSpPr>
          <p:cNvPr id="117" name="Google Shape;117;p20"/>
          <p:cNvSpPr txBox="1"/>
          <p:nvPr/>
        </p:nvSpPr>
        <p:spPr>
          <a:xfrm>
            <a:off x="4796550" y="3582225"/>
            <a:ext cx="40767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Of the paid, ranged up to 80$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A few Joke apps set in the 250$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950" y="0"/>
            <a:ext cx="4840100" cy="28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5924150" y="2992425"/>
            <a:ext cx="27930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5,000,000+ 		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10,000,000+ 		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50,000,000+ 		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100,000,000+ 		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500,000,000+ 		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1,000,000,000+		19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563800" y="2992425"/>
            <a:ext cx="2480700" cy="18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0+				0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1+				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5+				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10+ 				3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50+ 				4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100+ 				5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500+ 				6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3243963" y="2992425"/>
            <a:ext cx="2480700" cy="17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1,000+ 			7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5,000+  			8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10,000+ 			9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50,000+ 			10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100,000+ 			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500,000+ 			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1,000,000+ 		13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Linear Model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Earliest Model</a:t>
            </a:r>
            <a:endParaRPr sz="300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0750"/>
            <a:ext cx="6369177" cy="4080351"/>
          </a:xfrm>
          <a:prstGeom prst="rect">
            <a:avLst/>
          </a:prstGeom>
          <a:noFill/>
          <a:ln>
            <a:noFill/>
          </a:ln>
          <a:effectLst>
            <a:outerShdw blurRad="300038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Overfitting</a:t>
            </a:r>
            <a:endParaRPr sz="3000"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7375"/>
            <a:ext cx="4232624" cy="268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8974" y="737350"/>
            <a:ext cx="2600226" cy="254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6750" y="2371750"/>
            <a:ext cx="2825050" cy="27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Best Model</a:t>
            </a:r>
            <a:endParaRPr sz="3000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050"/>
            <a:ext cx="4285674" cy="291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125" y="1977100"/>
            <a:ext cx="3176632" cy="31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0700" y="676050"/>
            <a:ext cx="2353299" cy="238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490250" y="488250"/>
            <a:ext cx="6891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/>
        </p:nvSpPr>
        <p:spPr>
          <a:xfrm>
            <a:off x="112750" y="797975"/>
            <a:ext cx="8899200" cy="4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Softmax for 20 classes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label_vocabulary needs list</a:t>
            </a:r>
            <a:br>
              <a:rPr lang="en" sz="1800"/>
            </a:br>
            <a:r>
              <a:rPr lang="en" sz="1800"/>
              <a:t>of classes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Infrequent members produce </a:t>
            </a:r>
            <a:br>
              <a:rPr lang="en" sz="1800"/>
            </a:br>
            <a:r>
              <a:rPr lang="en" sz="1800"/>
              <a:t>errors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Reduce classes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Increase validation data size</a:t>
            </a:r>
            <a:endParaRPr sz="1800"/>
          </a:p>
        </p:txBody>
      </p:sp>
      <p:sp>
        <p:nvSpPr>
          <p:cNvPr id="163" name="Google Shape;163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Setting Up SoftMax</a:t>
            </a:r>
            <a:endParaRPr sz="3000"/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275" y="736750"/>
            <a:ext cx="5061573" cy="3595478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Without Modifications</a:t>
            </a:r>
            <a:endParaRPr sz="3000"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4419600" cy="370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71450"/>
            <a:ext cx="4352850" cy="434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With Modifications</a:t>
            </a:r>
            <a:endParaRPr sz="3000"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4136626" cy="366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9751" y="731375"/>
            <a:ext cx="4485100" cy="42816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/>
        </p:nvSpPr>
        <p:spPr>
          <a:xfrm>
            <a:off x="251525" y="4492975"/>
            <a:ext cx="4128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52% Accuracy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490250" y="488250"/>
            <a:ext cx="7827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</a:t>
            </a:r>
            <a:r>
              <a:rPr lang="en"/>
              <a:t>Neural</a:t>
            </a:r>
            <a:r>
              <a:rPr lang="en"/>
              <a:t> Network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Setting up the DNN</a:t>
            </a:r>
            <a:endParaRPr sz="3000"/>
          </a:p>
        </p:txBody>
      </p:sp>
      <p:sp>
        <p:nvSpPr>
          <p:cNvPr id="190" name="Google Shape;190;p31"/>
          <p:cNvSpPr txBox="1"/>
          <p:nvPr/>
        </p:nvSpPr>
        <p:spPr>
          <a:xfrm>
            <a:off x="98250" y="945425"/>
            <a:ext cx="8526300" cy="3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Most of the preliminary work is the same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Categorical features turned to embeddings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Almost the same code</a:t>
            </a:r>
            <a:endParaRPr sz="1800"/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226" y="1283750"/>
            <a:ext cx="4158775" cy="346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Early Models</a:t>
            </a:r>
            <a:endParaRPr sz="3000"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1395950"/>
            <a:ext cx="3152275" cy="3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50" y="4630350"/>
            <a:ext cx="5199275" cy="4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3500" y="1505525"/>
            <a:ext cx="3016675" cy="28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9600" y="797450"/>
            <a:ext cx="4340575" cy="3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Most Stable Model</a:t>
            </a:r>
            <a:endParaRPr sz="3000"/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25" y="679775"/>
            <a:ext cx="3958924" cy="378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25" y="4524450"/>
            <a:ext cx="5942475" cy="6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3"/>
          <p:cNvSpPr txBox="1"/>
          <p:nvPr/>
        </p:nvSpPr>
        <p:spPr>
          <a:xfrm>
            <a:off x="4440925" y="763275"/>
            <a:ext cx="4397700" cy="3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 Layer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14 Neurons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0.1 Learning Rate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50000 Steps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0.05 Dropout regularization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Best for this problem?</a:t>
            </a:r>
            <a:endParaRPr sz="3000"/>
          </a:p>
        </p:txBody>
      </p:sp>
      <p:sp>
        <p:nvSpPr>
          <p:cNvPr id="214" name="Google Shape;214;p34"/>
          <p:cNvSpPr txBox="1"/>
          <p:nvPr/>
        </p:nvSpPr>
        <p:spPr>
          <a:xfrm>
            <a:off x="485725" y="997475"/>
            <a:ext cx="81879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 prefered Linear Model for its </a:t>
            </a:r>
            <a:r>
              <a:rPr lang="en" sz="1800"/>
              <a:t>simplicity</a:t>
            </a:r>
            <a:r>
              <a:rPr lang="en" sz="1800"/>
              <a:t>, and numerical representation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Gave predictions with an error range of a factor of 10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Logistic and DNN was too long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Both give decent predictions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